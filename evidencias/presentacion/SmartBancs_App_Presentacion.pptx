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SmartBancs App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 de transferencias bancarias — Reto Técnico NextGen Engineers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 ·  Java 21 · Spring Boot 4 · PostgreSQL 16 · Docker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backend financiero que soporte alta concurrencia sin perder consistencia.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6537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TPS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7627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Transferencias concurrentes sin condiciones de carrera ni deadlocks.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86537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segundos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17627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 por transacción, incluso bajo carga.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169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Bancs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2278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con el core legado sin saturarlo de consultas directas.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9169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+ Observabilidad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2278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asíncronas, logs trazables y métricas en tiempo real.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y arquitectura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606040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Spring Boot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691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(NUMERIC, FOR UPDATE)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148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606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(DB + servicio)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063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123444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234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173736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92240" y="201168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transactions-service (Spring Boot)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06840" y="251460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92240" y="278892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2788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SELECT ... FOR UPDATE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49540" y="3291840"/>
            <a:ext cx="0" cy="320040"/>
          </a:xfrm>
          <a:prstGeom prst="line">
            <a:avLst/>
          </a:prstGeom>
          <a:noFill/>
          <a:ln w="15240">
            <a:solidFill>
              <a:srgbClr val="36454F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264140" y="3291840"/>
            <a:ext cx="0" cy="320040"/>
          </a:xfrm>
          <a:prstGeom prst="line">
            <a:avLst/>
          </a:prstGeom>
          <a:noFill/>
          <a:ln w="15240">
            <a:solidFill>
              <a:srgbClr val="36454F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92240" y="3611880"/>
            <a:ext cx="2112264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361188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(@Async)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09176" y="3611880"/>
            <a:ext cx="2112264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09176" y="361188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→ Bancs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crítico nunca espera a la IA ni a Bancs.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Concurrencia e idempotencia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62456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pesimista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... FOR UPDATE sobre las dos cuentas, dentro de una transacción @Transactional.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14016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bloqueo consistente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24912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se bloquea primero la cuenta de menor ID — elimina el deadlock clásico A↔B.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65576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76472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idempotencyKey único (columna UNIQUE); un reintento devuelve el resultado ya procesado, nunca lo duplica.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141732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52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aceptación verificados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2004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exitosa</a:t>
            </a:r>
            <a:endParaRPr lang="en-US" sz="13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Reenvío sin duplicar</a:t>
            </a:r>
            <a:endParaRPr lang="en-US" sz="13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insuficiente rechazado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con Bancs y ETL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Bancs es robusto pero no soporta alto volumen de consultas directas sin degradarse.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outbox (misma tx)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88920" y="1965960"/>
            <a:ext cx="320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08960" y="169164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08960" y="1691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57800" y="1965960"/>
            <a:ext cx="320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77840" y="169164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77840" y="1691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 lotes)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26680" y="1965960"/>
            <a:ext cx="320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46720" y="169164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1691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14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eventual: Bancs sigue siendo la fuente de verdad regulatoria; el flujo rápido opera con la copia local.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10607040" cy="2194560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de transacciones (Python + pandas)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886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procesadas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886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 corregidos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3886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resueltos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 asíncrona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08176"/>
            <a:ext cx="937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fuera del camino crítico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19072"/>
            <a:ext cx="937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AiRecommendationService se invoca con @Async después de confirmar la transferencia — nunca bloquea la respuesta al cliente.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51176"/>
            <a:ext cx="937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en logs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862072"/>
            <a:ext cx="937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de "IA terminada" aparece cronológicamente después del HTTP 201 de la transferencia.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694176"/>
            <a:ext cx="937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en dos entornos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05072"/>
            <a:ext cx="937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confirmado tanto en ejecución local como dentro del contenedor Docker.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 y manejo de incidentes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1673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(Micrometer)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2763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transfers.success, transfers.failed (con motivo) y transfers.duration.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🧵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1401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2491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 por transacción, propagado vía MDC en cada línea de log.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131673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contención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62763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lockAccount() mide el tiempo de FOR UPDATE; &gt; 300 ms dispara log.warn con la cuenta implicada.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4688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41401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al cliente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72491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CannotAcquireLockException / QueryTimeoutException → HTTP 503, en vez de un 500 genérico.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7947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complementario: pg_stat_activity para ver bloqueos activos; el orden de bloqueo consistente (sección 1.4) descarta el deadlock como causa si el problema persiste.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estado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167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credenciales en el código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2763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fuera de Git; application.properties usa ${VAR:default}.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3682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sin fuga de información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7919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 nunca expone stack traces ni detalles de SQL al cliente.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198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entrada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3075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jakarta.validation en el DTO: montos positivos, campos obligatorios.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137160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0116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funcional (Java/Spring Boot)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Flyway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(DB + servicio)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asíncrona (mock)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Python/pandas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+ incidentes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seed + AI_USAGE.md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prueba de carga con hilos concurrentes reales.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2026-09-23T05:47:43Z</dcterms:created>
  <dcterms:modified xsi:type="dcterms:W3CDTF">2026-09-23T05:47:43Z</dcterms:modified>
</cp:coreProperties>
</file>